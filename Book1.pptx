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Book1_17714279521880/Story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2CB4B908-0880-46C7-8EA4-1B87FC9995B0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003026E-0471-4498-9656-FF3FAD179823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2/19/2026 11:59:22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ary and Name" id="2" name="slide2">
            <a:extLst>
              <a:ext uri="{FF2B5EF4-FFF2-40B4-BE49-F238E27FC236}">
                <a16:creationId xmlns:a16="http://schemas.microsoft.com/office/drawing/2014/main" id="{4DC6985E-2082-4B4F-9F90-CEE746B552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590" y="323850"/>
            <a:ext cx="808482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ation and Salary" id="3" name="slide3">
            <a:extLst>
              <a:ext uri="{FF2B5EF4-FFF2-40B4-BE49-F238E27FC236}">
                <a16:creationId xmlns:a16="http://schemas.microsoft.com/office/drawing/2014/main" id="{E7DE4A84-F1C0-4256-957D-5236941502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" y="918210"/>
            <a:ext cx="10370820" cy="502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partment Age" id="4" name="slide4">
            <a:extLst>
              <a:ext uri="{FF2B5EF4-FFF2-40B4-BE49-F238E27FC236}">
                <a16:creationId xmlns:a16="http://schemas.microsoft.com/office/drawing/2014/main" id="{A486099A-1AC4-46F5-9595-55068136D0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140" y="323850"/>
            <a:ext cx="766572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5" name="slide5">
            <a:extLst>
              <a:ext uri="{FF2B5EF4-FFF2-40B4-BE49-F238E27FC236}">
                <a16:creationId xmlns:a16="http://schemas.microsoft.com/office/drawing/2014/main" id="{802503C1-B19A-494C-B989-D1FCAE675B9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210"/>
            <a:ext cx="12192000" cy="513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 11" id="6" name="slide6">
            <a:extLst>
              <a:ext uri="{FF2B5EF4-FFF2-40B4-BE49-F238E27FC236}">
                <a16:creationId xmlns:a16="http://schemas.microsoft.com/office/drawing/2014/main" id="{AEEB8F4C-6AC6-4415-970C-D2ABBFF1C8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1210"/>
            <a:ext cx="12192000" cy="513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2026-02-19T11:59:23Z</dcterms:created>
  <dcterms:modified xsi:type="dcterms:W3CDTF">2026-02-19T11:59:23Z</dcterms:modified>
</cp:coreProperties>
</file>